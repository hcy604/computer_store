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sldIdLst>
    <p:sldId id="256" r:id="rId4"/>
    <p:sldId id="262" r:id="rId5"/>
    <p:sldId id="260" r:id="rId6"/>
    <p:sldId id="267" r:id="rId7"/>
    <p:sldId id="263" r:id="rId8"/>
    <p:sldId id="268" r:id="rId9"/>
    <p:sldId id="257" r:id="rId10"/>
    <p:sldId id="258" r:id="rId11"/>
    <p:sldId id="265" r:id="rId12"/>
    <p:sldId id="264" r:id="rId13"/>
    <p:sldId id="259" r:id="rId14"/>
    <p:sldId id="266" r:id="rId15"/>
    <p:sldId id="26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83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FDCE5C-19E2-92B5-DF49-5C5EFE63E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86DDC5-7FD9-9AA0-5398-EBAE96650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C29FE9-E22C-43B0-876A-B862AF91D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7CC470-2742-8E77-2C04-4E64B50FC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2657FDC-18AB-5F72-572E-DC128857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478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688799-16D6-E2A6-F893-BA6E209E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D2AEF2-3BB7-21A1-F241-E4CBA03B8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9E7113-1217-FD47-F5C6-5D380EA73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A41C57-9BF5-A185-3CDF-9EB0E1AA1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E6CC87-179D-B77D-E64D-2147F36D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5557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27D947-D4D5-AEDC-1F9F-B20AF84B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7BD338-6B8B-9F68-9763-19C54E2DB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0A7525-6629-30C9-E9F7-D990840D8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0A1DF2-49EF-43F9-1B91-33606784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2B2B3-C1F6-0F7A-517C-51B005EED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217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E52E16-9DE3-5089-EED1-719943CD1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7C120B-A8C6-0E9A-9E88-58A3A8C67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98D7B0-CC6C-E3BF-97E1-BDB5E9AAF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7374BAF-3D78-A9BF-0A09-192EFC479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F1932CB-0F0A-6FEC-753B-26631E661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E9B5367-3A82-0950-1AFB-6BE5B0D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6226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3F598-4BF3-B9BC-4C2D-F192AE1D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ED3BA0-DB50-3B95-A9F1-BF2B52324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A0D6E4-0860-9B0F-75D2-A18866552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6A39C3-5268-851B-1190-E721489B8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5D8AE53-068D-09A4-B248-B29DB30F27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D7B6B90-AD4F-F7C9-46C7-17BD9E5B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9DD937-E81B-2939-369B-FB5F83961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71EF0FF-E428-5552-D7AC-8AF4359C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1968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AEF236-78F9-2B08-7A72-9DA7D755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EC39444-B794-EEB1-9582-5FF44236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20EEDE0-14D9-9582-D067-8859F7C9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A922D7-9F25-016A-254A-F0076155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8502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629AFFE-100A-2ECE-E408-B16B6075C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330A015-A6DE-FA1A-2B80-3D2E12EF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1C9D44-E4C7-5A74-4CCB-67427B19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111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883D46-3C4C-7683-D584-AD28EC9A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D48A7F-CFB7-BE7E-85F5-C422AE24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C442D69-4227-24D2-715B-16260C2E5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571210-7BC1-54F3-9A7A-47342FE7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F80F717-F4D9-1C37-8675-773B882F9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72DFDD-C502-ACE3-EA63-F56C0CF9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5924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1BA799-3738-C20C-ACDE-EA7692532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D2F3CDE-DB76-C951-24CE-BD25C83658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78904D-1996-CD54-4C63-CC0260095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7F081B7-CF43-73B2-C3D7-56D5F05B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7F10CD-B30F-9D65-CE96-C988F8C2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ACF143-A27F-48B0-E966-6DA36440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0620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4CFDB-7E75-4CD7-C7AA-B04FAD69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66593EF-C38E-38EB-F2CF-6FCB12536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DCAFEA-52E6-40DB-0FF4-E51089B2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6D4061-D1F5-2788-3A52-56B780B2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1E6D4B-56D9-17CC-9C60-F4E7A7E0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029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5404BC2-762B-1BD8-8FD6-6C945C1FD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B245B80-46ED-5BBC-D77D-DD4BFBA88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2243B0-8D63-CBA1-AFCC-7FCF5845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DF14DA-E1F7-AAA8-19C0-BBCD6286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D2DB6A-F054-E61E-58E8-002E3161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95385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B8E82-BEB6-1FDB-743F-96CD87EF0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AAF025-F3AF-196B-7FC2-EFA83DA1A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D1E8F7-8E8B-69F1-A335-A0D1AD05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7295B2-D237-13B0-03C3-1EB6646D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10D31A7-CCFE-34A1-606F-77E0E456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3282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5F7E74-3500-AC70-4E80-2EDBDA60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FA4F66-5E10-E0F0-0A4D-6A82E3492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98590D-5C26-DBEA-90BA-25A8FFC17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3A9D09-3FE9-F7DD-C53D-4C1D28B5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FE7818-F888-D0A1-ABF1-9960B2733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81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698DA5-7720-CACD-42C8-710A809BD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BF25CA-6EB8-AB63-B1A2-3EACF6AAF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1EFA33-AD25-C4D3-6507-E8C26E5A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38BDC3-E094-F275-A0E4-0448BE65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2A0D18-5BAC-4F30-7836-5B503C699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34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52A505-A3D7-4526-D108-F893D533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15F55-0F58-53C9-DB07-DCC059D0A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C2EC10-C499-EEF3-DBC2-38560149E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49BBA92-CB33-0E12-8729-4D5AA19B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301901A-FEDB-F1E4-BBF7-FADF336DC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2E136BB-922B-11E0-3B9C-CAC6A5F9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75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D6CD5D-A2EB-E564-0303-3EA22476A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9EC1F1B-361F-9E55-378D-F3080B58B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E030DB-3513-C767-BC1D-8FD6921D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55BB6-9862-54E7-90BD-4FDD80796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7C39A2-1A31-427D-1F79-4C60AD48A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55AE045-F945-61CA-46C0-AEA869B9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2A3AD0F-F126-AA6E-AD9B-884E26DC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7D286A-D569-991E-72E9-4AC3EC1A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2309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A0DC53-7B45-95CE-ECA8-E61094377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93128F2-A174-09C2-9D34-55B37DB8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8D2127-65CE-21BE-205C-2FDEE8EC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37D0EA6-4A3F-C698-66B7-17CABF4C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9118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28C504-2010-E922-B94D-F2462280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F19AAD7-93A9-340F-8F34-1BC337F30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8EF167-8EF3-7753-9B0A-DEFA77DB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18271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D10FF-CD67-9BC2-5763-845D137E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040BE0-2D16-87F9-CA34-404FD5F41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5B3213-FB22-8115-76A4-75A152E96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542F592-E034-A7D3-B392-17DA1469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59F54F-B0DE-ECC0-3464-C630BBD6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2A67FC-67EB-F10C-6E1D-BF70AD706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88746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6BE0E-324E-F27F-7884-78955778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C8BD104-D4B7-7399-DE61-2ED6D3001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6157A30-524B-CFF6-D3D0-39E6360A1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B1FF73-602E-9E8E-61F6-3D938341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F2E6F34-0B11-EBF7-667A-AD6F2BF4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435DBE-C547-AA7C-513B-D75E1262B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016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05D42-C274-C165-6CA3-DB877CCE7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AE49E9B-C3A1-D29B-D873-91E05F7B9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9A3296-3776-C114-AF91-4911AB4D5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94F798-5252-005A-C4E3-3038920F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A18DEF-5120-C6EA-D9A9-39763072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5367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0F2403F-81ED-D534-7600-5EEAE154D2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94F3D2-ABAA-31E5-CAE8-654F0C1D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AC1525-1A07-A0E9-ADAF-786FD1179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DBDFE8-85EA-19A8-A979-B5E12704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1897EEA-8036-27A1-8F7F-33243531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100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77BF8B3-F29F-1F7E-A856-11779B30D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99EB95-A6CA-F232-A68A-A6FCF237D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DA995F-C964-0BFA-1D9F-74CF4E330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843309-2D2C-4DE6-9A5D-ECE41F4682F5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626490-F7C3-2E57-097C-08E2A3DAC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298FF7-6404-0580-6D14-E43676423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5E9B9-F6EF-498B-879E-360A50FFBE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D71C00A-7BD9-59EF-BD66-FB50FD772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7E67C2-CD23-CCB7-17BE-CCEADD130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BE377C-931D-635E-0A43-9B43833D0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CDC68-D95A-4C91-97D8-49762C2ECCB0}" type="datetimeFigureOut">
              <a:rPr lang="zh-TW" altLang="en-US" smtClean="0"/>
              <a:t>2025/10/20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AAA666-A267-C474-1CBA-0C2BC8206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C310A5-1AD3-C047-2A9B-969C6B7ED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9BA4-E5CA-4346-8DAA-764DA33DA6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98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電腦小舖功能簡介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F4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登入夜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88" y="3048000"/>
            <a:ext cx="4774223" cy="2758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/>
              <a:t>登入夜面.png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C9D26D-8A9F-689C-9655-6FB82F6E0A95}"/>
              </a:ext>
            </a:extLst>
          </p:cNvPr>
          <p:cNvSpPr txBox="1"/>
          <p:nvPr/>
        </p:nvSpPr>
        <p:spPr>
          <a:xfrm>
            <a:off x="1076325" y="609600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登入頁面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選擇登入會員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會員登入註冊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938" y="2458852"/>
            <a:ext cx="5186124" cy="394194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/>
              <a:t>會員登入註冊.png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F9D312-E1CF-5CED-9667-2089641F5B73}"/>
              </a:ext>
            </a:extLst>
          </p:cNvPr>
          <p:cNvSpPr txBox="1"/>
          <p:nvPr/>
        </p:nvSpPr>
        <p:spPr>
          <a:xfrm>
            <a:off x="1238250" y="762000"/>
            <a:ext cx="6381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1-2.</a:t>
            </a:r>
            <a:r>
              <a:rPr lang="zh-TW" altLang="en-US" dirty="0"/>
              <a:t>會員登入註冊頁面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需註冊的話要把內容打完再按註冊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手機號碼要求</a:t>
            </a:r>
            <a:r>
              <a:rPr lang="en-US" altLang="zh-TW" dirty="0"/>
              <a:t>09</a:t>
            </a:r>
            <a:r>
              <a:rPr lang="zh-TW" altLang="en-US" dirty="0"/>
              <a:t>開頭</a:t>
            </a:r>
            <a:r>
              <a:rPr lang="en-US" altLang="zh-TW" dirty="0"/>
              <a:t>10 </a:t>
            </a:r>
            <a:r>
              <a:rPr lang="zh-TW" altLang="en-US" dirty="0"/>
              <a:t>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購買介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990725"/>
            <a:ext cx="9143999" cy="48672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5488F1C-AF03-967E-37E3-74898D4172B5}"/>
              </a:ext>
            </a:extLst>
          </p:cNvPr>
          <p:cNvSpPr txBox="1"/>
          <p:nvPr/>
        </p:nvSpPr>
        <p:spPr>
          <a:xfrm>
            <a:off x="1200150" y="495300"/>
            <a:ext cx="6381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1-3.</a:t>
            </a:r>
            <a:r>
              <a:rPr lang="zh-TW" altLang="en-US" dirty="0"/>
              <a:t>購買頁面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選擇你想要購入的商品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確認無誤後，點選右下角到結帳頁面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確認下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1895475"/>
            <a:ext cx="7836042" cy="48768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856FBD7-277C-7652-0D8B-9F9AFFDE74ED}"/>
              </a:ext>
            </a:extLst>
          </p:cNvPr>
          <p:cNvSpPr txBox="1"/>
          <p:nvPr/>
        </p:nvSpPr>
        <p:spPr>
          <a:xfrm>
            <a:off x="1238250" y="495300"/>
            <a:ext cx="6381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1-4.</a:t>
            </a:r>
            <a:r>
              <a:rPr lang="zh-TW" altLang="en-US" dirty="0"/>
              <a:t>結帳頁面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確認商品無誤後可以下單，如有錯可以點選該選項刪除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右下角可以確認和列印購買清單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F51CF-44BB-46F5-B7D3-9C87CE19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登入夜面.png">
            <a:extLst>
              <a:ext uri="{FF2B5EF4-FFF2-40B4-BE49-F238E27FC236}">
                <a16:creationId xmlns:a16="http://schemas.microsoft.com/office/drawing/2014/main" id="{08C037E4-78FB-0C7C-2525-2B40F16A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888" y="3048000"/>
            <a:ext cx="4774223" cy="2758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852E01-2D43-FF25-D753-956ADEC4CD03}"/>
              </a:ext>
            </a:extLst>
          </p:cNvPr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/>
              <a:t>登入夜面.png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213A30-6738-7C8F-5244-B945AB80E551}"/>
              </a:ext>
            </a:extLst>
          </p:cNvPr>
          <p:cNvSpPr txBox="1"/>
          <p:nvPr/>
        </p:nvSpPr>
        <p:spPr>
          <a:xfrm>
            <a:off x="1076325" y="609600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登入頁面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選擇登入員工</a:t>
            </a:r>
          </a:p>
        </p:txBody>
      </p:sp>
    </p:spTree>
    <p:extLst>
      <p:ext uri="{BB962C8B-B14F-4D97-AF65-F5344CB8AC3E}">
        <p14:creationId xmlns:p14="http://schemas.microsoft.com/office/powerpoint/2010/main" val="281881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員工登入頁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25" y="3429000"/>
            <a:ext cx="6031200" cy="308759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21D5F4D-BF94-FF2A-2838-BA9100DA90B6}"/>
              </a:ext>
            </a:extLst>
          </p:cNvPr>
          <p:cNvSpPr txBox="1"/>
          <p:nvPr/>
        </p:nvSpPr>
        <p:spPr>
          <a:xfrm>
            <a:off x="1171575" y="169960"/>
            <a:ext cx="6381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2-1.</a:t>
            </a:r>
            <a:r>
              <a:rPr lang="zh-TW" altLang="en-US" dirty="0"/>
              <a:t>登入頁面</a:t>
            </a:r>
            <a:endParaRPr lang="en-US" altLang="zh-TW" dirty="0"/>
          </a:p>
          <a:p>
            <a:r>
              <a:rPr lang="zh-TW" altLang="en-US" dirty="0"/>
              <a:t>輸入員工編號即可登入</a:t>
            </a:r>
            <a:endParaRPr lang="en-US" altLang="zh-TW" dirty="0"/>
          </a:p>
          <a:p>
            <a:r>
              <a:rPr lang="zh-TW" altLang="en-US" dirty="0"/>
              <a:t>以下是員工編號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一般員工</a:t>
            </a:r>
            <a:r>
              <a:rPr lang="en-US" altLang="zh-TW" dirty="0"/>
              <a:t>:e001</a:t>
            </a:r>
          </a:p>
          <a:p>
            <a:r>
              <a:rPr lang="zh-TW" altLang="en-US" dirty="0"/>
              <a:t>管理階級</a:t>
            </a:r>
            <a:r>
              <a:rPr lang="en-US" altLang="zh-TW" dirty="0"/>
              <a:t>:e002,m001</a:t>
            </a:r>
            <a:br>
              <a:rPr lang="en-US" altLang="zh-TW" dirty="0"/>
            </a:br>
            <a:r>
              <a:rPr lang="zh-TW" altLang="en-US" dirty="0"/>
              <a:t>管理階級秒新</a:t>
            </a:r>
            <a:r>
              <a:rPr lang="en-US" altLang="zh-TW" dirty="0"/>
              <a:t>10</a:t>
            </a:r>
            <a:r>
              <a:rPr lang="zh-TW" altLang="en-US" dirty="0"/>
              <a:t>塊，一班員工秒薪</a:t>
            </a:r>
            <a:r>
              <a:rPr lang="en-US" altLang="zh-TW" dirty="0"/>
              <a:t>1</a:t>
            </a:r>
            <a:r>
              <a:rPr lang="zh-TW" altLang="en-US" dirty="0"/>
              <a:t>快</a:t>
            </a:r>
            <a:endParaRPr lang="en-US" altLang="zh-TW" dirty="0"/>
          </a:p>
          <a:p>
            <a:r>
              <a:rPr lang="zh-TW" altLang="en-US" dirty="0"/>
              <a:t>管理階級可進行動作有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1.</a:t>
            </a:r>
            <a:r>
              <a:rPr lang="zh-TW" altLang="en-US" dirty="0"/>
              <a:t>採購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報表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人事管理 </a:t>
            </a:r>
            <a:r>
              <a:rPr lang="en-US" altLang="zh-TW" dirty="0" err="1"/>
              <a:t>eg</a:t>
            </a:r>
            <a:r>
              <a:rPr lang="en-US" altLang="zh-TW" dirty="0"/>
              <a:t>:</a:t>
            </a:r>
            <a:r>
              <a:rPr lang="zh-TW" altLang="en-US" dirty="0"/>
              <a:t>薪資給付，開除新增員工</a:t>
            </a:r>
            <a:endParaRPr lang="en-US" altLang="zh-TW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打卡作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2504938"/>
            <a:ext cx="6191250" cy="391964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9DFE033-9B57-FF81-8FFB-E8073BAF0B70}"/>
              </a:ext>
            </a:extLst>
          </p:cNvPr>
          <p:cNvSpPr txBox="1"/>
          <p:nvPr/>
        </p:nvSpPr>
        <p:spPr>
          <a:xfrm>
            <a:off x="1476375" y="631625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2-2.</a:t>
            </a:r>
            <a:r>
              <a:rPr lang="zh-TW" altLang="en-US" dirty="0"/>
              <a:t>打卡</a:t>
            </a:r>
            <a:r>
              <a:rPr lang="en-US" altLang="zh-TW" dirty="0"/>
              <a:t>and</a:t>
            </a:r>
            <a:r>
              <a:rPr lang="zh-TW" altLang="en-US" dirty="0"/>
              <a:t>登入管理員頁面</a:t>
            </a:r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任何員工都有打卡功能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管理員密碼是</a:t>
            </a:r>
            <a:r>
              <a:rPr lang="en-US" altLang="zh-TW" dirty="0"/>
              <a:t>123456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管理員密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7451"/>
            <a:ext cx="8229600" cy="44030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/>
              <a:t>管理員密碼.png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管理員介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98372"/>
            <a:ext cx="8229600" cy="52612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/>
              <a:t>管理員介面.png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採購介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59" y="1971675"/>
            <a:ext cx="6550272" cy="48863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30B639F-2C5F-FFE4-5646-91654118DD0F}"/>
              </a:ext>
            </a:extLst>
          </p:cNvPr>
          <p:cNvSpPr txBox="1"/>
          <p:nvPr/>
        </p:nvSpPr>
        <p:spPr>
          <a:xfrm>
            <a:off x="942975" y="479225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2-3.</a:t>
            </a:r>
            <a:r>
              <a:rPr lang="zh-TW" altLang="en-US" dirty="0"/>
              <a:t>採購頁面</a:t>
            </a:r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可依需要進行進貨捕獲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設有安全庫存</a:t>
            </a:r>
            <a:r>
              <a:rPr lang="en-US" altLang="zh-TW" dirty="0"/>
              <a:t>&lt;20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薪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386673"/>
            <a:ext cx="8229600" cy="54713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/>
              <a:t>薪資.png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6BB182C-6C8C-36A7-037D-B6501AD58EC1}"/>
              </a:ext>
            </a:extLst>
          </p:cNvPr>
          <p:cNvSpPr txBox="1"/>
          <p:nvPr/>
        </p:nvSpPr>
        <p:spPr>
          <a:xfrm>
            <a:off x="1238250" y="222050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2-4.</a:t>
            </a:r>
            <a:r>
              <a:rPr lang="zh-TW" altLang="en-US" dirty="0"/>
              <a:t>人事管理</a:t>
            </a:r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依老闆喜好開除新增員工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薪水紀錄，記得要給薪水</a:t>
            </a:r>
            <a:endParaRPr lang="en-US" altLang="zh-TW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營運報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682244"/>
            <a:ext cx="7019925" cy="493435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C4CDE14C-1A8A-DED2-5ED5-C744A4BA257D}"/>
              </a:ext>
            </a:extLst>
          </p:cNvPr>
          <p:cNvSpPr txBox="1"/>
          <p:nvPr/>
        </p:nvSpPr>
        <p:spPr>
          <a:xfrm>
            <a:off x="1238250" y="222050"/>
            <a:ext cx="638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2-5.</a:t>
            </a:r>
            <a:r>
              <a:rPr lang="zh-TW" altLang="en-US" dirty="0"/>
              <a:t>報表</a:t>
            </a:r>
            <a:endParaRPr lang="en-US" altLang="zh-TW" dirty="0"/>
          </a:p>
          <a:p>
            <a:r>
              <a:rPr lang="en-US" altLang="zh-TW" dirty="0" err="1"/>
              <a:t>i</a:t>
            </a:r>
            <a:r>
              <a:rPr lang="en-US" altLang="zh-TW" dirty="0"/>
              <a:t>.</a:t>
            </a:r>
            <a:r>
              <a:rPr lang="zh-TW" altLang="en-US" dirty="0"/>
              <a:t>看營收和售出商品占比</a:t>
            </a:r>
            <a:endParaRPr lang="en-US" altLang="zh-TW" dirty="0"/>
          </a:p>
          <a:p>
            <a:r>
              <a:rPr lang="en-US" altLang="zh-TW" dirty="0"/>
              <a:t>ii.</a:t>
            </a:r>
            <a:r>
              <a:rPr lang="zh-TW" altLang="en-US" dirty="0"/>
              <a:t>上一頁匯出</a:t>
            </a:r>
            <a:r>
              <a:rPr lang="en-US" altLang="zh-TW" dirty="0"/>
              <a:t>EXCEL</a:t>
            </a:r>
            <a:r>
              <a:rPr lang="zh-TW" altLang="en-US"/>
              <a:t>，簡陋版</a:t>
            </a:r>
            <a:endParaRPr lang="en-US" alt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標準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標準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275</Words>
  <Application>Microsoft Office PowerPoint</Application>
  <PresentationFormat>如螢幕大小 (4:3)</PresentationFormat>
  <Paragraphs>47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自訂設計</vt:lpstr>
      <vt:lpstr>1_自訂設計</vt:lpstr>
      <vt:lpstr>電腦小舖功能簡介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Yun Chung Hsieh</dc:creator>
  <cp:keywords/>
  <dc:description>generated using python-pptx</dc:description>
  <cp:lastModifiedBy>允中 謝</cp:lastModifiedBy>
  <cp:revision>3</cp:revision>
  <dcterms:created xsi:type="dcterms:W3CDTF">2013-01-27T09:14:16Z</dcterms:created>
  <dcterms:modified xsi:type="dcterms:W3CDTF">2025-10-20T16:17:25Z</dcterms:modified>
  <cp:category/>
</cp:coreProperties>
</file>